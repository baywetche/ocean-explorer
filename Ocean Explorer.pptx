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93FBD-3605-67A6-AB58-57B300586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934B13F-BFB1-D76F-BDA1-9A9F75189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212A75-304E-2C98-698A-0A118DC60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2EF4-CAB6-42E6-AFAE-D2492272EB39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069C6D-0441-A01F-4308-F70869535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0714DB-4D49-AA74-65E7-92FA19256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A26B-9B2B-462C-B130-84EB788FBF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6399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65CD3F-C4A5-1522-CE36-6DA52AD83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449481-4AFB-D045-3F58-180C6ABE1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533D6A-A37E-2A2F-C10B-26B5896E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2EF4-CAB6-42E6-AFAE-D2492272EB39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B518EA-D41A-DDD6-8423-11F48B9A1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27B86A-73F5-C9BA-857C-C95A575A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A26B-9B2B-462C-B130-84EB788FBF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0180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516611-D1CC-B924-3A44-EBEA0BAEA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CBFF0E-24CA-0C80-7118-A5702098F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573E0B-3F6A-8B37-4B92-847CB7612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2EF4-CAB6-42E6-AFAE-D2492272EB39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56B956-5338-BBC5-F75C-3251B6292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62AF25-AECC-2A32-7509-CD24ED5A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A26B-9B2B-462C-B130-84EB788FBF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6698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BA11DF-F53F-1F27-8DDC-F3C659A24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BC1939-3A64-9756-C8C9-626FB6E8E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5818F1-B81B-F2B4-5798-A8FA51C19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35CE7E-1F13-A715-AA58-B99656EFF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2EF4-CAB6-42E6-AFAE-D2492272EB39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7887D4-D566-4F8F-07C2-315AADDB7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37C7CC8-EE87-194A-0229-43A20B4B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A26B-9B2B-462C-B130-84EB788FBF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8984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B2E1B3-7A35-A9F8-C27B-89EFA5CBA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47C185-9AC0-0B48-CDA2-EFF90881B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B0A3B23-4EFE-AA02-2FDC-99A52049B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BE5321-A299-C444-3F18-7DADB595B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39E337A-63B3-B031-C033-66DDB6A91B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533FCA4-8A7D-D2EC-4EC9-2311E95A4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2EF4-CAB6-42E6-AFAE-D2492272EB39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A682728-F2B4-5370-5A79-A2DB24FB3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43DA59B-B210-560B-4CC8-4405FEDF8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A26B-9B2B-462C-B130-84EB788FBF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69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989278-E42A-5FC3-B81A-12E3C074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27AE9F7-5B61-4159-B4EB-4D80182A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2EF4-CAB6-42E6-AFAE-D2492272EB39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D0DBDE3-A412-8DC6-5DC3-2E2350623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41058F-4624-0B56-79CD-E20CC71ED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A26B-9B2B-462C-B130-84EB788FBF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3926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8619515-4AB0-8F7C-44E5-36BC5CBED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2EF4-CAB6-42E6-AFAE-D2492272EB39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0CC9971-BE4D-F2F9-F06C-296AC6B9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75D0D3-46FB-1324-86FB-DDFEB455C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A26B-9B2B-462C-B130-84EB788FBF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0613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2D725C-7E7A-4285-F68B-47B587A0F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4DC470-974E-3B95-2C55-03509CBB4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1CD547-B6D9-3C1F-F9CF-BA6886641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D572C1-92A4-1E43-79E1-B086A69D6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2EF4-CAB6-42E6-AFAE-D2492272EB39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FF7ECE-CBC2-0629-8F16-2ED287EB0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85F08B2-360A-30FE-22BF-9C3FC2931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A26B-9B2B-462C-B130-84EB788FBF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514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BEF188-6E68-DD1F-803C-6FA5E8FA6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97BC701-11FA-32AB-EBF5-5F3B48DAB3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301F62B-1CF1-B20F-412F-016EE1F9E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927DE91-BEBB-F660-D6BD-E460E8190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2EF4-CAB6-42E6-AFAE-D2492272EB39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C18424-E692-9D4F-7D60-0DEE9D3DA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C546E6-A05F-5024-A5F5-10FF3DE4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A26B-9B2B-462C-B130-84EB788FBF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3427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10AED-9AAD-F815-17D9-1C4A74579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3E80F22-54F8-25D9-7660-EED4BE0C87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42B320-A985-550B-A28D-8CDAE4C7B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2EF4-CAB6-42E6-AFAE-D2492272EB39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974BED-3D34-1E36-19DA-339B4C28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245E89-8F1B-F1B0-8DA3-C8C0405D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A26B-9B2B-462C-B130-84EB788FBF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9626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D6FB1A3-A493-8A1F-ADB1-1A2E93AF0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7648F13-48DA-E0E1-C77A-FDE350DA2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1E51CD-7ED8-4D3A-37BB-978DE5397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2EF4-CAB6-42E6-AFAE-D2492272EB39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B7069A-203C-A6D3-5CF9-4827E2B5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DCB6E4-F818-CABA-6025-2DDA3660C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A26B-9B2B-462C-B130-84EB788FBF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3399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AAD7E9F-0DBB-C063-6F99-65A84416A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ADBD0F-BE21-6B2D-5E1D-FB1029485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989F2A-1EBF-5531-DE62-6BF9A631C4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02EF4-CAB6-42E6-AFAE-D2492272EB39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17D76B-EBE1-6C6F-DF49-A0B79D330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7F6B53-9569-8096-C80A-7189D8AA4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B5A26B-9B2B-462C-B130-84EB788FBF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3740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42F69F-13EB-4C3D-7DBB-2DA6403B5E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Ocean Explorer</a:t>
            </a:r>
          </a:p>
        </p:txBody>
      </p:sp>
    </p:spTree>
    <p:extLst>
      <p:ext uri="{BB962C8B-B14F-4D97-AF65-F5344CB8AC3E}">
        <p14:creationId xmlns:p14="http://schemas.microsoft.com/office/powerpoint/2010/main" val="410118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753F2F-AB1D-F0F8-D010-74447F5E1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Start der Anwendungen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2C600F-1A0A-B025-A206-DBF3A7D11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OceanServer</a:t>
            </a:r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 Desktop und </a:t>
            </a:r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container</a:t>
            </a:r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ShipApp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-Anwendung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ShipBaseServer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-Anwendung</a:t>
            </a:r>
          </a:p>
          <a:p>
            <a:pPr marL="457200" lvl="1" indent="0">
              <a:buNone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tabellenleeren in Datenbank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</a:t>
            </a:r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683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2254B6-D032-C25E-753F-B8A693369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Technische Funktionen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023BF8-1E1F-3C38-56ED-403D04D6C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Launch</a:t>
            </a:r>
          </a:p>
          <a:p>
            <a:pPr lvl="1"/>
            <a:r>
              <a:rPr lang="de-DE" dirty="0"/>
              <a:t>Anlegung Schiff(e)</a:t>
            </a:r>
          </a:p>
          <a:p>
            <a:pPr lvl="1"/>
            <a:r>
              <a:rPr lang="de-DE" dirty="0"/>
              <a:t>Anlegung Schiff auf bereits belegten Sektor</a:t>
            </a:r>
          </a:p>
          <a:p>
            <a:pPr lvl="1"/>
            <a:r>
              <a:rPr lang="de-DE" dirty="0"/>
              <a:t>Anlegung Schiff außerhalb des Forschungsgebiets</a:t>
            </a:r>
          </a:p>
          <a:p>
            <a:pPr lvl="1"/>
            <a:r>
              <a:rPr lang="de-DE" dirty="0"/>
              <a:t>Anlegung Schiffe NUR mit erlaubten Richtungen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544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08613A-92FD-22C3-61C2-69D8BFD07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06CD73-12FB-7A62-541F-67CC82554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5558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Breitbild</PresentationFormat>
  <Paragraphs>14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</vt:lpstr>
      <vt:lpstr>Ocean Explorer</vt:lpstr>
      <vt:lpstr>Start der Anwendungen</vt:lpstr>
      <vt:lpstr>Technische Funktionen</vt:lpstr>
      <vt:lpstr>PowerPoint-Präsentation</vt:lpstr>
    </vt:vector>
  </TitlesOfParts>
  <Company>VIVAVIS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Yalikun, Abula (VIVAVIS AG)</dc:creator>
  <cp:lastModifiedBy>Yalikun, Abula (VIVAVIS AG)</cp:lastModifiedBy>
  <cp:revision>1</cp:revision>
  <dcterms:created xsi:type="dcterms:W3CDTF">2026-02-24T12:22:32Z</dcterms:created>
  <dcterms:modified xsi:type="dcterms:W3CDTF">2026-02-24T13:30:01Z</dcterms:modified>
</cp:coreProperties>
</file>